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753600" cy="5486400"/>
  <p:notesSz cx="5486400" cy="9753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智汇人事管理系统 可行性研究报告答辩</dc:title>
  <dc:subject>PptxGenJS Presentation</dc:subject>
  <dc:creator>韩宇坤</dc:creator>
  <cp:lastModifiedBy>韩宇坤</cp:lastModifiedBy>
  <cp:revision>1</cp:revision>
  <dcterms:created xsi:type="dcterms:W3CDTF">2026-06-25T12:12:48Z</dcterms:created>
  <dcterms:modified xsi:type="dcterms:W3CDTF">2026-06-25T12:12:48Z</dcterms:modified>
</cp:coreProperties>
</file>